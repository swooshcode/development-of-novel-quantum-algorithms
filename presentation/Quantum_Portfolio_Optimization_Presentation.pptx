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F9EE3D-A776-D690-2BAD-2BAC27533C28}" v="227" dt="2024-07-24T05:30:02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lips, Nigel" userId="S::nigel.phillips@snhu.edu::6bb60c7d-4277-4d1c-8c99-5dfd696ac3bf" providerId="AD" clId="Web-{ABF9EE3D-A776-D690-2BAD-2BAC27533C28}"/>
    <pc:docChg chg="addSld delSld modSld">
      <pc:chgData name="Phillips, Nigel" userId="S::nigel.phillips@snhu.edu::6bb60c7d-4277-4d1c-8c99-5dfd696ac3bf" providerId="AD" clId="Web-{ABF9EE3D-A776-D690-2BAD-2BAC27533C28}" dt="2024-07-24T05:30:02.236" v="216" actId="20577"/>
      <pc:docMkLst>
        <pc:docMk/>
      </pc:docMkLst>
      <pc:sldChg chg="modSp new">
        <pc:chgData name="Phillips, Nigel" userId="S::nigel.phillips@snhu.edu::6bb60c7d-4277-4d1c-8c99-5dfd696ac3bf" providerId="AD" clId="Web-{ABF9EE3D-A776-D690-2BAD-2BAC27533C28}" dt="2024-07-24T05:14:46.191" v="105" actId="20577"/>
        <pc:sldMkLst>
          <pc:docMk/>
          <pc:sldMk cId="2618148227" sldId="256"/>
        </pc:sldMkLst>
        <pc:spChg chg="mod">
          <ac:chgData name="Phillips, Nigel" userId="S::nigel.phillips@snhu.edu::6bb60c7d-4277-4d1c-8c99-5dfd696ac3bf" providerId="AD" clId="Web-{ABF9EE3D-A776-D690-2BAD-2BAC27533C28}" dt="2024-07-24T05:07:41.567" v="11" actId="20577"/>
          <ac:spMkLst>
            <pc:docMk/>
            <pc:sldMk cId="2618148227" sldId="256"/>
            <ac:spMk id="2" creationId="{5C0B309B-473F-059D-D82E-9B4EEAA443D1}"/>
          </ac:spMkLst>
        </pc:spChg>
        <pc:spChg chg="mod">
          <ac:chgData name="Phillips, Nigel" userId="S::nigel.phillips@snhu.edu::6bb60c7d-4277-4d1c-8c99-5dfd696ac3bf" providerId="AD" clId="Web-{ABF9EE3D-A776-D690-2BAD-2BAC27533C28}" dt="2024-07-24T05:14:46.191" v="105" actId="20577"/>
          <ac:spMkLst>
            <pc:docMk/>
            <pc:sldMk cId="2618148227" sldId="256"/>
            <ac:spMk id="3" creationId="{43C64D29-D500-11B1-D22D-69E667FF1D43}"/>
          </ac:spMkLst>
        </pc:spChg>
      </pc:sldChg>
      <pc:sldChg chg="modSp new">
        <pc:chgData name="Phillips, Nigel" userId="S::nigel.phillips@snhu.edu::6bb60c7d-4277-4d1c-8c99-5dfd696ac3bf" providerId="AD" clId="Web-{ABF9EE3D-A776-D690-2BAD-2BAC27533C28}" dt="2024-07-24T05:26:53.513" v="128" actId="20577"/>
        <pc:sldMkLst>
          <pc:docMk/>
          <pc:sldMk cId="174645847" sldId="257"/>
        </pc:sldMkLst>
        <pc:spChg chg="mod">
          <ac:chgData name="Phillips, Nigel" userId="S::nigel.phillips@snhu.edu::6bb60c7d-4277-4d1c-8c99-5dfd696ac3bf" providerId="AD" clId="Web-{ABF9EE3D-A776-D690-2BAD-2BAC27533C28}" dt="2024-07-24T05:26:45.528" v="126" actId="20577"/>
          <ac:spMkLst>
            <pc:docMk/>
            <pc:sldMk cId="174645847" sldId="257"/>
            <ac:spMk id="2" creationId="{32584449-71C3-7402-CBD5-E70A6BFC38FE}"/>
          </ac:spMkLst>
        </pc:spChg>
        <pc:spChg chg="mod">
          <ac:chgData name="Phillips, Nigel" userId="S::nigel.phillips@snhu.edu::6bb60c7d-4277-4d1c-8c99-5dfd696ac3bf" providerId="AD" clId="Web-{ABF9EE3D-A776-D690-2BAD-2BAC27533C28}" dt="2024-07-24T05:26:53.513" v="128" actId="20577"/>
          <ac:spMkLst>
            <pc:docMk/>
            <pc:sldMk cId="174645847" sldId="257"/>
            <ac:spMk id="3" creationId="{0F270789-232B-46C9-471D-7338AF39D527}"/>
          </ac:spMkLst>
        </pc:spChg>
      </pc:sldChg>
      <pc:sldChg chg="modSp new del">
        <pc:chgData name="Phillips, Nigel" userId="S::nigel.phillips@snhu.edu::6bb60c7d-4277-4d1c-8c99-5dfd696ac3bf" providerId="AD" clId="Web-{ABF9EE3D-A776-D690-2BAD-2BAC27533C28}" dt="2024-07-24T05:26:37.840" v="120"/>
        <pc:sldMkLst>
          <pc:docMk/>
          <pc:sldMk cId="2318636979" sldId="257"/>
        </pc:sldMkLst>
        <pc:spChg chg="mod">
          <ac:chgData name="Phillips, Nigel" userId="S::nigel.phillips@snhu.edu::6bb60c7d-4277-4d1c-8c99-5dfd696ac3bf" providerId="AD" clId="Web-{ABF9EE3D-A776-D690-2BAD-2BAC27533C28}" dt="2024-07-24T05:26:26.887" v="119" actId="20577"/>
          <ac:spMkLst>
            <pc:docMk/>
            <pc:sldMk cId="2318636979" sldId="257"/>
            <ac:spMk id="2" creationId="{DCCE85C3-5886-7D3E-E5F9-2DB3A0085B9D}"/>
          </ac:spMkLst>
        </pc:spChg>
        <pc:spChg chg="mod">
          <ac:chgData name="Phillips, Nigel" userId="S::nigel.phillips@snhu.edu::6bb60c7d-4277-4d1c-8c99-5dfd696ac3bf" providerId="AD" clId="Web-{ABF9EE3D-A776-D690-2BAD-2BAC27533C28}" dt="2024-07-24T05:26:21.934" v="116" actId="20577"/>
          <ac:spMkLst>
            <pc:docMk/>
            <pc:sldMk cId="2318636979" sldId="257"/>
            <ac:spMk id="3" creationId="{184FC6B3-1349-D41C-F36E-9290514E5BDD}"/>
          </ac:spMkLst>
        </pc:spChg>
      </pc:sldChg>
      <pc:sldChg chg="modSp new">
        <pc:chgData name="Phillips, Nigel" userId="S::nigel.phillips@snhu.edu::6bb60c7d-4277-4d1c-8c99-5dfd696ac3bf" providerId="AD" clId="Web-{ABF9EE3D-A776-D690-2BAD-2BAC27533C28}" dt="2024-07-24T05:27:15.576" v="132" actId="20577"/>
        <pc:sldMkLst>
          <pc:docMk/>
          <pc:sldMk cId="3688654975" sldId="258"/>
        </pc:sldMkLst>
        <pc:spChg chg="mod">
          <ac:chgData name="Phillips, Nigel" userId="S::nigel.phillips@snhu.edu::6bb60c7d-4277-4d1c-8c99-5dfd696ac3bf" providerId="AD" clId="Web-{ABF9EE3D-A776-D690-2BAD-2BAC27533C28}" dt="2024-07-24T05:27:08.435" v="130" actId="20577"/>
          <ac:spMkLst>
            <pc:docMk/>
            <pc:sldMk cId="3688654975" sldId="258"/>
            <ac:spMk id="2" creationId="{107594AB-1A0C-B7C0-0AFE-EEB3690AD12F}"/>
          </ac:spMkLst>
        </pc:spChg>
        <pc:spChg chg="mod">
          <ac:chgData name="Phillips, Nigel" userId="S::nigel.phillips@snhu.edu::6bb60c7d-4277-4d1c-8c99-5dfd696ac3bf" providerId="AD" clId="Web-{ABF9EE3D-A776-D690-2BAD-2BAC27533C28}" dt="2024-07-24T05:27:15.576" v="132" actId="20577"/>
          <ac:spMkLst>
            <pc:docMk/>
            <pc:sldMk cId="3688654975" sldId="258"/>
            <ac:spMk id="3" creationId="{48CD6AFC-ED8B-7CD2-FCC1-AFE0F373CC12}"/>
          </ac:spMkLst>
        </pc:spChg>
      </pc:sldChg>
      <pc:sldChg chg="new del">
        <pc:chgData name="Phillips, Nigel" userId="S::nigel.phillips@snhu.edu::6bb60c7d-4277-4d1c-8c99-5dfd696ac3bf" providerId="AD" clId="Web-{ABF9EE3D-A776-D690-2BAD-2BAC27533C28}" dt="2024-07-24T05:26:18.449" v="114"/>
        <pc:sldMkLst>
          <pc:docMk/>
          <pc:sldMk cId="3872204976" sldId="258"/>
        </pc:sldMkLst>
      </pc:sldChg>
      <pc:sldChg chg="modSp new">
        <pc:chgData name="Phillips, Nigel" userId="S::nigel.phillips@snhu.edu::6bb60c7d-4277-4d1c-8c99-5dfd696ac3bf" providerId="AD" clId="Web-{ABF9EE3D-A776-D690-2BAD-2BAC27533C28}" dt="2024-07-24T05:27:37.842" v="147" actId="20577"/>
        <pc:sldMkLst>
          <pc:docMk/>
          <pc:sldMk cId="1470120354" sldId="259"/>
        </pc:sldMkLst>
        <pc:spChg chg="mod">
          <ac:chgData name="Phillips, Nigel" userId="S::nigel.phillips@snhu.edu::6bb60c7d-4277-4d1c-8c99-5dfd696ac3bf" providerId="AD" clId="Web-{ABF9EE3D-A776-D690-2BAD-2BAC27533C28}" dt="2024-07-24T05:27:33.826" v="145" actId="20577"/>
          <ac:spMkLst>
            <pc:docMk/>
            <pc:sldMk cId="1470120354" sldId="259"/>
            <ac:spMk id="2" creationId="{C53D3831-9B12-10DA-2605-3302B38239FA}"/>
          </ac:spMkLst>
        </pc:spChg>
        <pc:spChg chg="mod">
          <ac:chgData name="Phillips, Nigel" userId="S::nigel.phillips@snhu.edu::6bb60c7d-4277-4d1c-8c99-5dfd696ac3bf" providerId="AD" clId="Web-{ABF9EE3D-A776-D690-2BAD-2BAC27533C28}" dt="2024-07-24T05:27:37.842" v="147" actId="20577"/>
          <ac:spMkLst>
            <pc:docMk/>
            <pc:sldMk cId="1470120354" sldId="259"/>
            <ac:spMk id="3" creationId="{34717E43-51A0-2220-7A89-52784A49269A}"/>
          </ac:spMkLst>
        </pc:spChg>
      </pc:sldChg>
      <pc:sldChg chg="modSp new">
        <pc:chgData name="Phillips, Nigel" userId="S::nigel.phillips@snhu.edu::6bb60c7d-4277-4d1c-8c99-5dfd696ac3bf" providerId="AD" clId="Web-{ABF9EE3D-A776-D690-2BAD-2BAC27533C28}" dt="2024-07-24T05:27:56.889" v="163" actId="20577"/>
        <pc:sldMkLst>
          <pc:docMk/>
          <pc:sldMk cId="2621697753" sldId="260"/>
        </pc:sldMkLst>
        <pc:spChg chg="mod">
          <ac:chgData name="Phillips, Nigel" userId="S::nigel.phillips@snhu.edu::6bb60c7d-4277-4d1c-8c99-5dfd696ac3bf" providerId="AD" clId="Web-{ABF9EE3D-A776-D690-2BAD-2BAC27533C28}" dt="2024-07-24T05:27:51.014" v="161" actId="20577"/>
          <ac:spMkLst>
            <pc:docMk/>
            <pc:sldMk cId="2621697753" sldId="260"/>
            <ac:spMk id="2" creationId="{04B10F51-26A3-24E8-926B-90577BAD533B}"/>
          </ac:spMkLst>
        </pc:spChg>
        <pc:spChg chg="mod">
          <ac:chgData name="Phillips, Nigel" userId="S::nigel.phillips@snhu.edu::6bb60c7d-4277-4d1c-8c99-5dfd696ac3bf" providerId="AD" clId="Web-{ABF9EE3D-A776-D690-2BAD-2BAC27533C28}" dt="2024-07-24T05:27:56.889" v="163" actId="20577"/>
          <ac:spMkLst>
            <pc:docMk/>
            <pc:sldMk cId="2621697753" sldId="260"/>
            <ac:spMk id="3" creationId="{84288202-70B5-C977-D439-2B9DC7C66DB8}"/>
          </ac:spMkLst>
        </pc:spChg>
      </pc:sldChg>
      <pc:sldChg chg="addSp delSp modSp new">
        <pc:chgData name="Phillips, Nigel" userId="S::nigel.phillips@snhu.edu::6bb60c7d-4277-4d1c-8c99-5dfd696ac3bf" providerId="AD" clId="Web-{ABF9EE3D-A776-D690-2BAD-2BAC27533C28}" dt="2024-07-24T05:28:29.624" v="174" actId="20577"/>
        <pc:sldMkLst>
          <pc:docMk/>
          <pc:sldMk cId="612970190" sldId="261"/>
        </pc:sldMkLst>
        <pc:spChg chg="mod">
          <ac:chgData name="Phillips, Nigel" userId="S::nigel.phillips@snhu.edu::6bb60c7d-4277-4d1c-8c99-5dfd696ac3bf" providerId="AD" clId="Web-{ABF9EE3D-A776-D690-2BAD-2BAC27533C28}" dt="2024-07-24T05:28:10.061" v="169" actId="20577"/>
          <ac:spMkLst>
            <pc:docMk/>
            <pc:sldMk cId="612970190" sldId="261"/>
            <ac:spMk id="2" creationId="{F5667AD7-8AD9-84A5-C96A-D8A6418DF2A5}"/>
          </ac:spMkLst>
        </pc:spChg>
        <pc:spChg chg="add del mod">
          <ac:chgData name="Phillips, Nigel" userId="S::nigel.phillips@snhu.edu::6bb60c7d-4277-4d1c-8c99-5dfd696ac3bf" providerId="AD" clId="Web-{ABF9EE3D-A776-D690-2BAD-2BAC27533C28}" dt="2024-07-24T05:28:29.624" v="174" actId="20577"/>
          <ac:spMkLst>
            <pc:docMk/>
            <pc:sldMk cId="612970190" sldId="261"/>
            <ac:spMk id="3" creationId="{C3B09F26-4296-12EF-40E2-735F5C5E087C}"/>
          </ac:spMkLst>
        </pc:spChg>
        <pc:graphicFrameChg chg="add del mod ord modGraphic">
          <ac:chgData name="Phillips, Nigel" userId="S::nigel.phillips@snhu.edu::6bb60c7d-4277-4d1c-8c99-5dfd696ac3bf" providerId="AD" clId="Web-{ABF9EE3D-A776-D690-2BAD-2BAC27533C28}" dt="2024-07-24T05:28:13.843" v="171"/>
          <ac:graphicFrameMkLst>
            <pc:docMk/>
            <pc:sldMk cId="612970190" sldId="261"/>
            <ac:graphicFrameMk id="4" creationId="{F2E90EA8-92E4-E1C9-535E-C12664C2DEA4}"/>
          </ac:graphicFrameMkLst>
        </pc:graphicFrameChg>
      </pc:sldChg>
      <pc:sldChg chg="modSp new">
        <pc:chgData name="Phillips, Nigel" userId="S::nigel.phillips@snhu.edu::6bb60c7d-4277-4d1c-8c99-5dfd696ac3bf" providerId="AD" clId="Web-{ABF9EE3D-A776-D690-2BAD-2BAC27533C28}" dt="2024-07-24T05:28:54.406" v="179" actId="20577"/>
        <pc:sldMkLst>
          <pc:docMk/>
          <pc:sldMk cId="3442658027" sldId="262"/>
        </pc:sldMkLst>
        <pc:spChg chg="mod">
          <ac:chgData name="Phillips, Nigel" userId="S::nigel.phillips@snhu.edu::6bb60c7d-4277-4d1c-8c99-5dfd696ac3bf" providerId="AD" clId="Web-{ABF9EE3D-A776-D690-2BAD-2BAC27533C28}" dt="2024-07-24T05:28:45.890" v="176" actId="20577"/>
          <ac:spMkLst>
            <pc:docMk/>
            <pc:sldMk cId="3442658027" sldId="262"/>
            <ac:spMk id="2" creationId="{7909BA7B-FBBD-CBA1-F3E1-126DAE5D9D8D}"/>
          </ac:spMkLst>
        </pc:spChg>
        <pc:spChg chg="mod">
          <ac:chgData name="Phillips, Nigel" userId="S::nigel.phillips@snhu.edu::6bb60c7d-4277-4d1c-8c99-5dfd696ac3bf" providerId="AD" clId="Web-{ABF9EE3D-A776-D690-2BAD-2BAC27533C28}" dt="2024-07-24T05:28:54.406" v="179" actId="20577"/>
          <ac:spMkLst>
            <pc:docMk/>
            <pc:sldMk cId="3442658027" sldId="262"/>
            <ac:spMk id="3" creationId="{2D8DE07B-A397-C42F-BA95-F16ED3124C5D}"/>
          </ac:spMkLst>
        </pc:spChg>
      </pc:sldChg>
      <pc:sldChg chg="modSp new">
        <pc:chgData name="Phillips, Nigel" userId="S::nigel.phillips@snhu.edu::6bb60c7d-4277-4d1c-8c99-5dfd696ac3bf" providerId="AD" clId="Web-{ABF9EE3D-A776-D690-2BAD-2BAC27533C28}" dt="2024-07-24T05:29:18.376" v="188" actId="20577"/>
        <pc:sldMkLst>
          <pc:docMk/>
          <pc:sldMk cId="1716309150" sldId="263"/>
        </pc:sldMkLst>
        <pc:spChg chg="mod">
          <ac:chgData name="Phillips, Nigel" userId="S::nigel.phillips@snhu.edu::6bb60c7d-4277-4d1c-8c99-5dfd696ac3bf" providerId="AD" clId="Web-{ABF9EE3D-A776-D690-2BAD-2BAC27533C28}" dt="2024-07-24T05:29:07.266" v="185" actId="20577"/>
          <ac:spMkLst>
            <pc:docMk/>
            <pc:sldMk cId="1716309150" sldId="263"/>
            <ac:spMk id="2" creationId="{98A19A0B-F58D-15AF-DEB2-D4FF33B92897}"/>
          </ac:spMkLst>
        </pc:spChg>
        <pc:spChg chg="mod">
          <ac:chgData name="Phillips, Nigel" userId="S::nigel.phillips@snhu.edu::6bb60c7d-4277-4d1c-8c99-5dfd696ac3bf" providerId="AD" clId="Web-{ABF9EE3D-A776-D690-2BAD-2BAC27533C28}" dt="2024-07-24T05:29:18.376" v="188" actId="20577"/>
          <ac:spMkLst>
            <pc:docMk/>
            <pc:sldMk cId="1716309150" sldId="263"/>
            <ac:spMk id="3" creationId="{13B4A0D8-8439-B11F-ACE4-5E78BFEB80A2}"/>
          </ac:spMkLst>
        </pc:spChg>
      </pc:sldChg>
      <pc:sldChg chg="modSp new">
        <pc:chgData name="Phillips, Nigel" userId="S::nigel.phillips@snhu.edu::6bb60c7d-4277-4d1c-8c99-5dfd696ac3bf" providerId="AD" clId="Web-{ABF9EE3D-A776-D690-2BAD-2BAC27533C28}" dt="2024-07-24T05:29:38.798" v="209" actId="20577"/>
        <pc:sldMkLst>
          <pc:docMk/>
          <pc:sldMk cId="3568322442" sldId="264"/>
        </pc:sldMkLst>
        <pc:spChg chg="mod">
          <ac:chgData name="Phillips, Nigel" userId="S::nigel.phillips@snhu.edu::6bb60c7d-4277-4d1c-8c99-5dfd696ac3bf" providerId="AD" clId="Web-{ABF9EE3D-A776-D690-2BAD-2BAC27533C28}" dt="2024-07-24T05:29:30.376" v="207" actId="20577"/>
          <ac:spMkLst>
            <pc:docMk/>
            <pc:sldMk cId="3568322442" sldId="264"/>
            <ac:spMk id="2" creationId="{C0E1795A-5646-B4F2-46E8-599D6DEFDFE4}"/>
          </ac:spMkLst>
        </pc:spChg>
        <pc:spChg chg="mod">
          <ac:chgData name="Phillips, Nigel" userId="S::nigel.phillips@snhu.edu::6bb60c7d-4277-4d1c-8c99-5dfd696ac3bf" providerId="AD" clId="Web-{ABF9EE3D-A776-D690-2BAD-2BAC27533C28}" dt="2024-07-24T05:29:38.798" v="209" actId="20577"/>
          <ac:spMkLst>
            <pc:docMk/>
            <pc:sldMk cId="3568322442" sldId="264"/>
            <ac:spMk id="3" creationId="{C2182E9B-B337-DA72-6402-7EC9B58911A5}"/>
          </ac:spMkLst>
        </pc:spChg>
      </pc:sldChg>
      <pc:sldChg chg="modSp new">
        <pc:chgData name="Phillips, Nigel" userId="S::nigel.phillips@snhu.edu::6bb60c7d-4277-4d1c-8c99-5dfd696ac3bf" providerId="AD" clId="Web-{ABF9EE3D-A776-D690-2BAD-2BAC27533C28}" dt="2024-07-24T05:30:02.236" v="216" actId="20577"/>
        <pc:sldMkLst>
          <pc:docMk/>
          <pc:sldMk cId="3878141905" sldId="265"/>
        </pc:sldMkLst>
        <pc:spChg chg="mod">
          <ac:chgData name="Phillips, Nigel" userId="S::nigel.phillips@snhu.edu::6bb60c7d-4277-4d1c-8c99-5dfd696ac3bf" providerId="AD" clId="Web-{ABF9EE3D-A776-D690-2BAD-2BAC27533C28}" dt="2024-07-24T05:29:54.626" v="213" actId="20577"/>
          <ac:spMkLst>
            <pc:docMk/>
            <pc:sldMk cId="3878141905" sldId="265"/>
            <ac:spMk id="2" creationId="{B4E74E0D-D9EA-2519-1E68-1C4BB3547AE7}"/>
          </ac:spMkLst>
        </pc:spChg>
        <pc:spChg chg="mod">
          <ac:chgData name="Phillips, Nigel" userId="S::nigel.phillips@snhu.edu::6bb60c7d-4277-4d1c-8c99-5dfd696ac3bf" providerId="AD" clId="Web-{ABF9EE3D-A776-D690-2BAD-2BAC27533C28}" dt="2024-07-24T05:30:02.236" v="216" actId="20577"/>
          <ac:spMkLst>
            <pc:docMk/>
            <pc:sldMk cId="3878141905" sldId="265"/>
            <ac:spMk id="3" creationId="{8F44010B-57A6-C6B8-0971-C267383B29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309B-473F-059D-D82E-9B4EEAA443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Development of Novel Quantum Algorithms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64D29-D500-11B1-D22D-69E667FF1D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32500" lnSpcReduction="20000"/>
          </a:bodyPr>
          <a:lstStyle/>
          <a:p>
            <a:r>
              <a:rPr lang="en-US" sz="5400" dirty="0">
                <a:ea typeface="+mn-lt"/>
                <a:cs typeface="+mn-lt"/>
              </a:rPr>
              <a:t>Verifiability of </a:t>
            </a:r>
            <a:r>
              <a:rPr lang="en-US" sz="5400" err="1">
                <a:ea typeface="+mn-lt"/>
                <a:cs typeface="+mn-lt"/>
              </a:rPr>
              <a:t>Quantumness</a:t>
            </a:r>
            <a:r>
              <a:rPr lang="en-US" sz="5400" dirty="0">
                <a:ea typeface="+mn-lt"/>
                <a:cs typeface="+mn-lt"/>
              </a:rPr>
              <a:t> – Evidence for The Utility of Quantum Computing Before Fault Tolerance – Quantum Portfolio Optimization</a:t>
            </a:r>
            <a:endParaRPr lang="en-US" dirty="0">
              <a:ea typeface="+mn-lt"/>
              <a:cs typeface="+mn-lt"/>
            </a:endParaRPr>
          </a:p>
          <a:p>
            <a:r>
              <a:rPr lang="en-US" sz="5400" dirty="0">
                <a:ea typeface="+mn-lt"/>
                <a:cs typeface="+mn-lt"/>
              </a:rPr>
              <a:t>Leveraging Quantum Computing for Financial Optimization </a:t>
            </a:r>
            <a:endParaRPr lang="en-US">
              <a:ea typeface="+mn-lt"/>
              <a:cs typeface="+mn-lt"/>
            </a:endParaRPr>
          </a:p>
          <a:p>
            <a:r>
              <a:rPr lang="en-US" sz="5400" dirty="0">
                <a:ea typeface="Calibri"/>
                <a:cs typeface="Calibri"/>
              </a:rPr>
              <a:t>Nigel Phillips(USA), Kazim Mumtaz(Pakistan), Tulsi Chaudhari(USA)</a:t>
            </a:r>
          </a:p>
          <a:p>
            <a:r>
              <a:rPr lang="en-US" sz="5400" dirty="0">
                <a:ea typeface="Calibri"/>
                <a:cs typeface="Calibri"/>
              </a:rPr>
              <a:t>07/24/2024</a:t>
            </a:r>
          </a:p>
        </p:txBody>
      </p:sp>
    </p:spTree>
    <p:extLst>
      <p:ext uri="{BB962C8B-B14F-4D97-AF65-F5344CB8AC3E}">
        <p14:creationId xmlns:p14="http://schemas.microsoft.com/office/powerpoint/2010/main" val="2618148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84449-71C3-7402-CBD5-E70A6BFC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70789-232B-46C9-471D-7338AF39D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Objective: To leverage quantum computing for optimizing financial portfolios using real-world data.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Overview: This project explores the application of quantum algorithms to enhance the efficiency and scalability of financial optimization tasks.</a:t>
            </a:r>
            <a:endParaRPr lang="en-US"/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4645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94AB-1A0C-B7C0-0AFE-EEB3690A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Collection and Preprocessing</a:t>
            </a:r>
          </a:p>
          <a:p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D6AFC-ED8B-7CD2-FCC1-AFE0F373C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Data Sources: Yahoo Finance API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Assets: S&amp;P 500, </a:t>
            </a:r>
            <a:r>
              <a:rPr lang="en-US" dirty="0" err="1">
                <a:ea typeface="+mn-lt"/>
                <a:cs typeface="+mn-lt"/>
              </a:rPr>
              <a:t>EuroStoxx</a:t>
            </a:r>
            <a:r>
              <a:rPr lang="en-US" dirty="0">
                <a:ea typeface="+mn-lt"/>
                <a:cs typeface="+mn-lt"/>
              </a:rPr>
              <a:t> 50, Nikkei 225, FTSE 100, Gold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Period: January 2019 to May 2024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Preprocessing: 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Filled missing values using forward fill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Calculated daily returns from adjusted closing prices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8865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3831-9B12-10DA-2605-3302B3823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Model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17E43-51A0-2220-7A89-52784A492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Binary Quadratic Model (BQM):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  - Formulated using mean returns and correlation matrix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  - Variables: Represent asset selection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 - Objective: Maximize returns with constraints modeled by the correlation matrix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0120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0F51-26A3-24E8-926B-90577BAD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Quantum Optimization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88202-70B5-C977-D439-2B9DC7C66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Solver Used: D-Wave Leap Hybrid Sampler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Optimization Process: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1. Define BQM for the assets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2. Use the quantum solver to find the optimal portfolio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3. Measure computation time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21697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7AD7-8AD9-84A5-C96A-D8A6418D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09F26-4296-12EF-40E2-735F5C5E0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Optimal Portfolio: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Selected assets: Nikkei 225 (Index 2)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Allocation: {0: 0, 1: 0, 2: 1, 3: 0, 4: 0}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Quantum Computation Time: Approximately 3.54 seconds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1297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9BA7B-FBBD-CBA1-F3E1-126DAE5D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Scalability Testing</a:t>
            </a:r>
          </a:p>
          <a:p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DE07B-A397-C42F-BA95-F16ED3124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Expanded Problem Sizes: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Tested with 10, 20, 30, 40, 50 assets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Computation Times: 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- 10 assets: 3.99 seconds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- 20 assets: 3.60 seconds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- 30 assets: 3.47 seconds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- 40 assets: 3.67 seconds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- 50 assets: 3.73 seconds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42658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19A0B-F58D-15AF-DEB2-D4FF33B92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4A0D8-8439-B11F-ACE4-5E78BFEB8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Efficiency and Performance: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The quantum solver demonstrated efficient computation times across different problem sizes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Practical Implications: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Model selected a practical portfolio allocation based on historical data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Scalability: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Quantum approach handled larger datasets efficiently, indicating potential quantum advantage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16309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795A-5646-B4F2-46E8-599D6DEF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82E9B-B337-DA72-6402-7EC9B5891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Summary: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Quantum computing effectively optimized the portfolio with efficient computation times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Demonstrated scalability for larger datasets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Future Work: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Experiment with different solver parameters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Incorporate additional financial indicators and constraints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- Collaborate with financial experts for real-world validation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68322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74E0D-D9EA-2519-1E68-1C4BB3547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Q&amp;A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4010B-57A6-C6B8-0971-C267383B2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Questions and Answers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- Invite questions from the audience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78141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Development of Novel Quantum Algorithms</vt:lpstr>
      <vt:lpstr>Introduction</vt:lpstr>
      <vt:lpstr>Data Collection and Preprocessing </vt:lpstr>
      <vt:lpstr>Model Creation</vt:lpstr>
      <vt:lpstr>Quantum Optimization</vt:lpstr>
      <vt:lpstr>Results</vt:lpstr>
      <vt:lpstr>Scalability Testing </vt:lpstr>
      <vt:lpstr>Analysis</vt:lpstr>
      <vt:lpstr>Conclusion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92</cp:revision>
  <dcterms:created xsi:type="dcterms:W3CDTF">2013-07-15T20:26:40Z</dcterms:created>
  <dcterms:modified xsi:type="dcterms:W3CDTF">2024-07-24T05:30:02Z</dcterms:modified>
</cp:coreProperties>
</file>